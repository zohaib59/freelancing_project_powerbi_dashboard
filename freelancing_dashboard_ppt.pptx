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A1A-0BA6-4AF5-85CB-6AAD288D87D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2D782-6475-47F0-AC5A-8A053270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41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A1A-0BA6-4AF5-85CB-6AAD288D87D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2D782-6475-47F0-AC5A-8A053270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974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A1A-0BA6-4AF5-85CB-6AAD288D87D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2D782-6475-47F0-AC5A-8A053270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921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A1A-0BA6-4AF5-85CB-6AAD288D87D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2D782-6475-47F0-AC5A-8A053270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6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A1A-0BA6-4AF5-85CB-6AAD288D87D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2D782-6475-47F0-AC5A-8A053270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02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A1A-0BA6-4AF5-85CB-6AAD288D87D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2D782-6475-47F0-AC5A-8A053270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77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A1A-0BA6-4AF5-85CB-6AAD288D87D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2D782-6475-47F0-AC5A-8A053270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660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A1A-0BA6-4AF5-85CB-6AAD288D87D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2D782-6475-47F0-AC5A-8A053270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3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A1A-0BA6-4AF5-85CB-6AAD288D87D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2D782-6475-47F0-AC5A-8A053270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905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A1A-0BA6-4AF5-85CB-6AAD288D87D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2D782-6475-47F0-AC5A-8A053270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16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A1A-0BA6-4AF5-85CB-6AAD288D87D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2D782-6475-47F0-AC5A-8A053270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68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AAA1A-0BA6-4AF5-85CB-6AAD288D87D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2D782-6475-47F0-AC5A-8A053270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24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340" y="-9241"/>
            <a:ext cx="6299187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58743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7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383" y="0"/>
            <a:ext cx="6363853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5846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942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11900" cy="6870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538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5400"/>
            <a:ext cx="6121401" cy="69215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164" y="-21937"/>
            <a:ext cx="6070600" cy="689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08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zohaib khan</dc:creator>
  <cp:lastModifiedBy>zohaib khan</cp:lastModifiedBy>
  <cp:revision>6</cp:revision>
  <dcterms:created xsi:type="dcterms:W3CDTF">2026-05-10T15:17:57Z</dcterms:created>
  <dcterms:modified xsi:type="dcterms:W3CDTF">2026-05-10T15:24:28Z</dcterms:modified>
</cp:coreProperties>
</file>